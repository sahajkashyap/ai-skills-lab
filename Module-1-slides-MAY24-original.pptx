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2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94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0624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AI 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206240" y="1965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What It Can't Do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20624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E8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simple start to using AI at work.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20624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9D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of 5  ·  AI Skills for Everyone</a:t>
            </a:r>
            <a:endParaRPr lang="en-US" sz="1100" dirty="0"/>
          </a:p>
        </p:txBody>
      </p:sp>
      <p:pic>
        <p:nvPicPr>
          <p:cNvPr id="11" name="Picture 10" descr="0b4ec119-be35-4057-854a-71d2951922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51352"/>
            <a:ext cx="2743200" cy="15323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AI?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480560" y="1371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stands for "Artificial Intelligence."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874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That's a big name for a simple idea: AI is a computer helper. You can talk to it or type to it. It can answer back.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3017520"/>
            <a:ext cx="4297680" cy="13716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31546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may have heard of these AI helpers: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17720" y="3611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ChatGPT  ·  Copilot  ·  Gemini  ·  Claude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20</a:t>
            </a:r>
            <a:endParaRPr lang="en-US" sz="900" dirty="0"/>
          </a:p>
        </p:txBody>
      </p:sp>
      <p:pic>
        <p:nvPicPr>
          <p:cNvPr id="14" name="Picture 13" descr="1a71fc4a-dbef-4a9f-bbc7-8937f16c0dc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04523"/>
            <a:ext cx="3657600" cy="2043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Does AI Learn?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learned by reading.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lot.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4480560" cy="146304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read everything.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Books, websites, and stories — more than any person could read in a hundred lives.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20</a:t>
            </a:r>
            <a:endParaRPr lang="en-US" sz="900" dirty="0"/>
          </a:p>
        </p:txBody>
      </p:sp>
      <p:pic>
        <p:nvPicPr>
          <p:cNvPr id="14" name="Picture 13" descr="06b1663f-bcfa-4cd6-8556-8663896175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884342"/>
            <a:ext cx="3566160" cy="19920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Here's the Tricky Part…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does not really "know" things the way you do.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just gets very good at guessing the next word.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4572000" cy="1280160"/>
          </a:xfrm>
          <a:prstGeom prst="rect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is like a super smart guess machine.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20</a:t>
            </a:r>
            <a:endParaRPr lang="en-US" sz="900" dirty="0"/>
          </a:p>
        </p:txBody>
      </p:sp>
      <p:pic>
        <p:nvPicPr>
          <p:cNvPr id="12" name="Picture 11" descr="7a23bcbb-ff21-4bb5-8f5d-5a397771aa5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935420"/>
            <a:ext cx="3383280" cy="1889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Can AI Do Well?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is great at lots of jobs.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look at five of them — one at a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292608" cy="29260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 things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292608" cy="29260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 you think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92608" cy="29260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 it up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292608" cy="29260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 questions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292608" cy="29260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 you plan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4960" y="1371600"/>
            <a:ext cx="3291840" cy="320040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39496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 1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45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CAN AI DO WELL?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Write things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can write for you. Emails, notes, lists, even fixing your spelling.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297680" cy="13716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ASKING: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"Write me a short, friendly email asking for a meeting next week."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20640" y="1188720"/>
            <a:ext cx="356616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12064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 2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45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CAN AI DO WELL?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Help you think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can give you lots of ideas, fast. Use it like a brainstorm partner.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297680" cy="13716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ASKING: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"Give me 10 ideas for a fun work party."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20640" y="1188720"/>
            <a:ext cx="356616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12064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 3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45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CAN AI DO WELL?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Sum it up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can take a long story and tell you what it's about — in just a few words.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297680" cy="13716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ASKING: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"Sum this up in 3 sentences." (then paste a long email)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20640" y="1188720"/>
            <a:ext cx="356616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12064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 4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45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CAN AI DO WELL?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Answer questions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can answer simple and big questions. Just remember to check what it says.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297680" cy="13716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ASKING: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"Why is the sky blue? Explain it like I'm 8."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20640" y="1188720"/>
            <a:ext cx="356616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12064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 5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45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CAN AI DO WELL?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Help you plan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Trips. Parties. School projects. Big jobs at work. AI can help you map it out.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4297680" cy="13716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ASKING: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"Make me a 3-day plan to clean out my office."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20</a:t>
            </a:r>
            <a:endParaRPr lang="en-US" sz="900" dirty="0"/>
          </a:p>
        </p:txBody>
      </p:sp>
      <p:pic>
        <p:nvPicPr>
          <p:cNvPr id="17" name="Picture 16" descr="03f528cb-e105-4233-a5d1-a10527fd14f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884342"/>
            <a:ext cx="3566160" cy="19920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8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691640"/>
            <a:ext cx="1920240" cy="1920240"/>
          </a:xfrm>
          <a:prstGeom prst="ellipse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783080"/>
            <a:ext cx="1737360" cy="173736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856232"/>
            <a:ext cx="1591056" cy="1591056"/>
          </a:xfrm>
          <a:prstGeom prst="ellipse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" y="2240280"/>
            <a:ext cx="310896" cy="310896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560320"/>
            <a:ext cx="658368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0784" y="2359152"/>
            <a:ext cx="256032" cy="256032"/>
          </a:xfrm>
          <a:prstGeom prst="ellipse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615184"/>
            <a:ext cx="548640" cy="685800"/>
          </a:xfrm>
          <a:prstGeom prst="ellipse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063240"/>
            <a:ext cx="1920240" cy="114300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63240"/>
            <a:ext cx="1920240" cy="54864"/>
          </a:xfrm>
          <a:prstGeom prst="rect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91840"/>
            <a:ext cx="2194560" cy="411480"/>
          </a:xfrm>
          <a:prstGeom prst="rect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2B3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WATCH 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E3A24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AI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8C2F0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so good at?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3657600" y="1828800"/>
            <a:ext cx="5029200" cy="274320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Can Make Stuff 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91440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WORD: HALLUCINATION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hə-loo-sə-NAY-shun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It's when AI tells you something that sounds true… but is not true at all.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might give you a fake fact or a fake name. It does this with a smile, like it is sure. But it is wrong.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1280160"/>
            <a:ext cx="3566160" cy="329184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12064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1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THINGS TO WATCH FOR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Doesn't know what's new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learned from old books, websites, and stories. It may not know what happened last week — or even yesterday.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4480560" cy="777240"/>
          </a:xfrm>
          <a:prstGeom prst="rect">
            <a:avLst/>
          </a:prstGeom>
          <a:solidFill>
            <a:srgbClr val="5C2A1A"/>
          </a:solidFill>
          <a:ln w="12700">
            <a:solidFill>
              <a:srgbClr val="5C2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you need today's news or fresh facts, double-check with a real source.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1208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2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THINGS TO WATCH FOR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Can't feel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does not have a heart. It does not really care. It just sounds like it does because it learned from people who 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4480560" cy="777240"/>
          </a:xfrm>
          <a:prstGeom prst="rect">
            <a:avLst/>
          </a:prstGeom>
          <a:solidFill>
            <a:srgbClr val="5C2A1A"/>
          </a:solidFill>
          <a:ln w="12700">
            <a:solidFill>
              <a:srgbClr val="5C2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Feelings, comfort, and tough talks still belong to humans.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1208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3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THINGS TO WATCH FOR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Doesn't know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doesn't know your job, your team, your boss, or your customers. It is starting from zero every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4480560" cy="777240"/>
          </a:xfrm>
          <a:prstGeom prst="rect">
            <a:avLst/>
          </a:prstGeom>
          <a:solidFill>
            <a:srgbClr val="5C2A1A"/>
          </a:solidFill>
          <a:ln w="12700">
            <a:solidFill>
              <a:srgbClr val="5C2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Tell it who you are and what you need. The more you share, the better it helps.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1208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4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THINGS TO WATCH FOR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always right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 when AI sounds smart and sure, it can still be wrong. Smart-sounding does not mean correct.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4480560" cy="777240"/>
          </a:xfrm>
          <a:prstGeom prst="rect">
            <a:avLst/>
          </a:prstGeom>
          <a:solidFill>
            <a:srgbClr val="5C2A1A"/>
          </a:solidFill>
          <a:ln w="12700">
            <a:solidFill>
              <a:srgbClr val="5C2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Always check its work before you send, share, or save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1208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 &amp; TALK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1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turn.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did AI not work the way you wanted?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 — when did it give you a result that you knew (or felt) was off?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7315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49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 ready to share with a partner.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760720" y="1097280"/>
            <a:ext cx="292608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76072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WE WORK WITH 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554480"/>
          </a:xfrm>
          <a:prstGeom prst="rect">
            <a:avLst/>
          </a:prstGeom>
          <a:solidFill>
            <a:srgbClr val="8C2F0D"/>
          </a:solidFill>
          <a:ln w="12700">
            <a:solidFill>
              <a:srgbClr val="8C2F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Better together.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2B33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+ You = a great team.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Way #1 we team up: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gives ideas.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502152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35844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pick the good 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60720" y="1005840"/>
            <a:ext cx="292608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7607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WE WORK WITH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Way #2 we team up: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writes a draft.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06040" y="2267712"/>
            <a:ext cx="548640" cy="5486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68" y="23774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 fix it.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5029200" cy="109728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383280"/>
            <a:ext cx="91440" cy="109728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83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gets you started fast — then you make it sound like you.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1005840"/>
            <a:ext cx="292608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7607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WE WORK WITH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7A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Way #3 we team up: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6E3A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gives an answer.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06040" y="2267712"/>
            <a:ext cx="548640" cy="5486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68" y="23774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 check it.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5029200" cy="1097280"/>
          </a:xfrm>
          <a:prstGeom prst="rect">
            <a:avLst/>
          </a:prstGeom>
          <a:solidFill>
            <a:srgbClr val="FBE8C9"/>
          </a:solidFill>
          <a:ln w="12700">
            <a:solidFill>
              <a:srgbClr val="FBE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383280"/>
            <a:ext cx="91440" cy="109728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83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2A1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eyes catch what AI misses. Together, the work is stronger.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1005840"/>
            <a:ext cx="2926080" cy="3383280"/>
          </a:xfrm>
          <a:prstGeom prst="rect">
            <a:avLst/>
          </a:prstGeom>
          <a:solidFill>
            <a:srgbClr val="FFEFD6"/>
          </a:solidFill>
          <a:ln w="19050">
            <a:solidFill>
              <a:srgbClr val="D4A574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7607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🖼  </a:t>
            </a:r>
            <a:pPr algn="ctr" indent="0" marL="0">
              <a:buNone/>
            </a:pPr>
            <a:r>
              <a:rPr lang="en-US" sz="1200" b="1" spc="200" kern="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PICTURE HERE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· What AI Is and What It Can't Do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75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What AI Is and What It Can't Do</dc:title>
  <dc:subject>PptxGenJS Presentation</dc:subject>
  <dc:creator>AI Training</dc:creator>
  <cp:lastModifiedBy>AI Training</cp:lastModifiedBy>
  <cp:revision>1</cp:revision>
  <dcterms:created xsi:type="dcterms:W3CDTF">2026-05-10T16:08:45Z</dcterms:created>
  <dcterms:modified xsi:type="dcterms:W3CDTF">2026-05-10T16:08:45Z</dcterms:modified>
</cp:coreProperties>
</file>